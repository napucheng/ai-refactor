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2" r:id="rId6"/>
    <p:sldId id="293" r:id="rId7"/>
    <p:sldId id="260" r:id="rId8"/>
    <p:sldId id="289" r:id="rId9"/>
    <p:sldId id="287" r:id="rId10"/>
    <p:sldId id="29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3357" autoAdjust="0"/>
  </p:normalViewPr>
  <p:slideViewPr>
    <p:cSldViewPr snapToGrid="0">
      <p:cViewPr varScale="1">
        <p:scale>
          <a:sx n="115" d="100"/>
          <a:sy n="115" d="100"/>
        </p:scale>
        <p:origin x="25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22084-5A14-44FF-A76F-EBC3E71A17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52D0E-1207-40E5-85AD-0C6671AD15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52D0E-1207-40E5-85AD-0C6671AD15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AE18D-2F14-46BF-8FA8-49A70AA612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A559F-6771-4DD0-802D-9EBF81FDE00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2470" y="1122680"/>
            <a:ext cx="11022330" cy="2387600"/>
          </a:xfrm>
        </p:spPr>
        <p:txBody>
          <a:bodyPr/>
          <a:lstStyle/>
          <a:p>
            <a:r>
              <a:rPr 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Deep Gen/3D/WM Survey&amp;try</a:t>
            </a:r>
            <a:endParaRPr 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人工智能 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2501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许哲诚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latin typeface="华文楷体" panose="02010600040101010101" pitchFamily="2" charset="-122"/>
                <a:ea typeface="华文楷体" panose="02010600040101010101" pitchFamily="2" charset="-122"/>
              </a:rPr>
              <a:t>关于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Diffusion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0650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DDPM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Score-based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CFG(Classifier-Free Guidence)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GLIDE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DALL-E2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SDE/ODE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Stable Diffusion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SD1.5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SDXL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SD3.0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latin typeface="华文楷体" panose="02010600040101010101" pitchFamily="2" charset="-122"/>
                <a:ea typeface="华文楷体" panose="02010600040101010101" pitchFamily="2" charset="-122"/>
              </a:rPr>
              <a:t>关于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CLIP/Multimodal</a:t>
            </a:r>
            <a:endParaRPr lang="en-US" alt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90650"/>
            <a:ext cx="10515600" cy="4351338"/>
          </a:xfrm>
        </p:spPr>
        <p:txBody>
          <a:bodyPr>
            <a:noAutofit/>
          </a:bodyPr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CLIPasso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CLIP4clip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pointCLIP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depthCLIP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ViLT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lvl="1" indent="0">
              <a:buNone/>
            </a:pP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Agent/Toolkits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Codex cli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GPT plus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ubuntu22.04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有关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3D&amp;Graphics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9940" y="1535430"/>
            <a:ext cx="10515600" cy="4855845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Point Cloud/Mesh/Voxel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Differentiable Rendering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SDF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NeRF-nerfstudio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3DGS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Games101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Games202*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Games102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My Attempts</a:t>
            </a:r>
            <a:endParaRPr lang="en-US" altLang="zh-CN" sz="3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问题是有限的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解法存在很多，但是哪一个是正确的或者相对正确的不清楚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科研本质上是在执行枚举法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低情商：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Incremental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高情商：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Solid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！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latin typeface="华文楷体" panose="02010600040101010101" pitchFamily="2" charset="-122"/>
                <a:ea typeface="华文楷体" panose="02010600040101010101" pitchFamily="2" charset="-122"/>
              </a:rPr>
              <a:t>谢谢大家</a:t>
            </a:r>
            <a:endParaRPr lang="zh-CN" altLang="en-US" sz="3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WPS 演示</Application>
  <PresentationFormat>宽屏</PresentationFormat>
  <Paragraphs>66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华文楷体</vt:lpstr>
      <vt:lpstr>Century Gothic</vt:lpstr>
      <vt:lpstr>微软雅黑</vt:lpstr>
      <vt:lpstr>Arial Unicode MS</vt:lpstr>
      <vt:lpstr>等线 Light</vt:lpstr>
      <vt:lpstr>等线</vt:lpstr>
      <vt:lpstr>Office 主题​​</vt:lpstr>
      <vt:lpstr>1_Office 主题​​</vt:lpstr>
      <vt:lpstr>Zero-to-Hero 成为科研高手</vt:lpstr>
      <vt:lpstr>上一次分享的 Table of Content</vt:lpstr>
      <vt:lpstr>关于Diffusion</vt:lpstr>
      <vt:lpstr>相较上一次</vt:lpstr>
      <vt:lpstr>免责声明</vt:lpstr>
      <vt:lpstr>Why？</vt:lpstr>
      <vt:lpstr>谢谢大家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Zero-to-Hero 成为科研高手</dc:title>
  <dc:creator>宁 高</dc:creator>
  <cp:lastModifiedBy>那浦诚</cp:lastModifiedBy>
  <cp:revision>17</cp:revision>
  <dcterms:created xsi:type="dcterms:W3CDTF">2026-04-12T17:09:00Z</dcterms:created>
  <dcterms:modified xsi:type="dcterms:W3CDTF">2026-04-21T03:15:46Z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42EB1579D3C142CBA07FACDF531997DF_12</vt:lpwstr>
  </property>
</Properties>
</file>