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62" r:id="rId6"/>
    <p:sldId id="293" r:id="rId7"/>
    <p:sldId id="260" r:id="rId8"/>
    <p:sldId id="289" r:id="rId9"/>
    <p:sldId id="287" r:id="rId10"/>
    <p:sldId id="295" r:id="rId11"/>
    <p:sldId id="294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3357" autoAdjust="0"/>
  </p:normalViewPr>
  <p:slideViewPr>
    <p:cSldViewPr snapToGrid="0">
      <p:cViewPr varScale="1">
        <p:scale>
          <a:sx n="115" d="100"/>
          <a:sy n="115" d="100"/>
        </p:scale>
        <p:origin x="2539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222084-5A14-44FF-A76F-EBC3E71A171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D52D0E-1207-40E5-85AD-0C6671AD157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D52D0E-1207-40E5-85AD-0C6671AD157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EAE18D-2F14-46BF-8FA8-49A70AA612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A559F-6771-4DD0-802D-9EBF81FDE00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712470" y="1122680"/>
            <a:ext cx="11022330" cy="2387600"/>
          </a:xfrm>
        </p:spPr>
        <p:txBody>
          <a:bodyPr/>
          <a:lstStyle/>
          <a:p>
            <a:r>
              <a:rPr 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Deep Gen/3D Survey&amp;try</a:t>
            </a:r>
            <a:endParaRPr lang="en-US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人工智能 </a:t>
            </a:r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2501 </a:t>
            </a:r>
            <a:r>
              <a:rPr lang="zh-C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许哲诚</a:t>
            </a:r>
            <a:endParaRPr lang="zh-CN" altLang="en-US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>
                <a:latin typeface="华文楷体" panose="02010600040101010101" pitchFamily="2" charset="-122"/>
                <a:ea typeface="华文楷体" panose="02010600040101010101" pitchFamily="2" charset="-122"/>
              </a:rPr>
              <a:t>关于</a:t>
            </a:r>
            <a:r>
              <a:rPr lang="en-US" altLang="zh-CN">
                <a:latin typeface="华文楷体" panose="02010600040101010101" pitchFamily="2" charset="-122"/>
                <a:ea typeface="华文楷体" panose="02010600040101010101" pitchFamily="2" charset="-122"/>
              </a:rPr>
              <a:t>Diffusion</a:t>
            </a:r>
            <a:endParaRPr lang="en-US" altLang="zh-CN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390650"/>
            <a:ext cx="5116830" cy="4351655"/>
          </a:xfrm>
        </p:spPr>
        <p:txBody>
          <a:bodyPr>
            <a:noAutofit/>
          </a:bodyPr>
          <a:lstStyle/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DDPM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Score-based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CFG(Classifier-Free Guidence)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GLIDE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DALL-E2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SDE/ODE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Stable Diffusion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1"/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SD1.5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1"/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SDXL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lvl="1"/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SD3.0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zh-CN" altLang="en-US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457200" lvl="1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149975" y="1390650"/>
            <a:ext cx="5116830" cy="53867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DiT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Flow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zh-CN" altLang="en-US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457200" lvl="1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>
                <a:latin typeface="华文楷体" panose="02010600040101010101" pitchFamily="2" charset="-122"/>
                <a:ea typeface="华文楷体" panose="02010600040101010101" pitchFamily="2" charset="-122"/>
              </a:rPr>
              <a:t>关于</a:t>
            </a:r>
            <a:r>
              <a:rPr lang="en-US" altLang="zh-CN">
                <a:latin typeface="华文楷体" panose="02010600040101010101" pitchFamily="2" charset="-122"/>
                <a:ea typeface="华文楷体" panose="02010600040101010101" pitchFamily="2" charset="-122"/>
              </a:rPr>
              <a:t>CLIP/Multimodal</a:t>
            </a:r>
            <a:endParaRPr lang="en-US" altLang="zh-CN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390650"/>
            <a:ext cx="10515600" cy="4351338"/>
          </a:xfrm>
        </p:spPr>
        <p:txBody>
          <a:bodyPr>
            <a:noAutofit/>
          </a:bodyPr>
          <a:lstStyle/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CLIPasso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CLIP4clip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pointCLIP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depthCLIP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ViLT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zh-CN" altLang="en-US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457200" lvl="1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Agent/Toolkits</a:t>
            </a:r>
            <a:endParaRPr lang="zh-CN" altLang="en-US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Codex(cli)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GPT plus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ubuntu22.04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Nvidia RTX5070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Meshlab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Blender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pPr marL="0" indent="0">
              <a:buNone/>
            </a:pP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有关</a:t>
            </a:r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3D&amp;Graphics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89940" y="1535430"/>
            <a:ext cx="10515600" cy="4855845"/>
          </a:xfrm>
        </p:spPr>
        <p:txBody>
          <a:bodyPr>
            <a:normAutofit lnSpcReduction="10000"/>
          </a:bodyPr>
          <a:lstStyle/>
          <a:p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Point Cloud/Mesh/Voxel/SDF/Neural Fields/Camera Geometry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Deep-learning-freindly 3D Representation Learning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COLMAP/SfM(Structure from Motion)/MVS(Multi-View Stereo)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NeRF-Nerfstudio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3DGS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Games101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Games102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Pytorch3D/Open3D</a:t>
            </a:r>
            <a:endParaRPr lang="en-US" altLang="zh-CN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3600" dirty="0">
                <a:latin typeface="华文楷体" panose="02010600040101010101" pitchFamily="2" charset="-122"/>
                <a:ea typeface="华文楷体" panose="02010600040101010101" pitchFamily="2" charset="-122"/>
              </a:rPr>
              <a:t>My Attempts</a:t>
            </a:r>
            <a:endParaRPr lang="en-US" altLang="zh-CN" sz="36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383665"/>
            <a:ext cx="10515600" cy="4351338"/>
          </a:xfrm>
        </p:spPr>
        <p:txBody>
          <a:bodyPr/>
          <a:lstStyle/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VAE/Diffusion from scratch for Mnist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Huggingface SDXL pipeline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3880" y="1849755"/>
            <a:ext cx="5984240" cy="1503680"/>
          </a:xfrm>
          <a:prstGeom prst="rect">
            <a:avLst/>
          </a:prstGeom>
        </p:spPr>
      </p:pic>
      <p:pic>
        <p:nvPicPr>
          <p:cNvPr id="6" name="图片 5" descr="sdxl_20260422_191117_seed4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880" y="4046855"/>
            <a:ext cx="2473960" cy="2473960"/>
          </a:xfrm>
          <a:prstGeom prst="rect">
            <a:avLst/>
          </a:prstGeom>
        </p:spPr>
      </p:pic>
      <p:pic>
        <p:nvPicPr>
          <p:cNvPr id="7" name="图片 6" descr="sdxl_20260422_193308_seed4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005" y="4046855"/>
            <a:ext cx="2440305" cy="24403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More?</a:t>
            </a:r>
            <a:endParaRPr lang="zh-CN" altLang="en-US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Math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Graphics—</a:t>
            </a:r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  <a:sym typeface="+mn-ea"/>
              </a:rPr>
              <a:t>Games Series Courses(Optional)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Deep Generation Model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  <a:p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More paper reading accompanies the study of the above basics.</a:t>
            </a:r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3600" dirty="0">
                <a:latin typeface="华文楷体" panose="02010600040101010101" pitchFamily="2" charset="-122"/>
                <a:ea typeface="华文楷体" panose="02010600040101010101" pitchFamily="2" charset="-122"/>
              </a:rPr>
              <a:t>谢谢大家</a:t>
            </a:r>
            <a:endParaRPr lang="zh-CN" altLang="en-US" sz="3600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CN" dirty="0">
              <a:latin typeface="华文楷体" panose="02010600040101010101" pitchFamily="2" charset="-122"/>
              <a:ea typeface="华文楷体" panose="02010600040101010101" pitchFamily="2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704</Words>
  <Application>WPS 演示</Application>
  <PresentationFormat>宽屏</PresentationFormat>
  <Paragraphs>84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</vt:i4>
      </vt:variant>
    </vt:vector>
  </HeadingPairs>
  <TitlesOfParts>
    <vt:vector size="18" baseType="lpstr">
      <vt:lpstr>Arial</vt:lpstr>
      <vt:lpstr>宋体</vt:lpstr>
      <vt:lpstr>Wingdings</vt:lpstr>
      <vt:lpstr>华文楷体</vt:lpstr>
      <vt:lpstr>微软雅黑</vt:lpstr>
      <vt:lpstr>Arial Unicode MS</vt:lpstr>
      <vt:lpstr>等线 Light</vt:lpstr>
      <vt:lpstr>等线</vt:lpstr>
      <vt:lpstr>Office 主题​​</vt:lpstr>
      <vt:lpstr>1_Office 主题​​</vt:lpstr>
      <vt:lpstr>Deep Gen/3D Survey&amp;try</vt:lpstr>
      <vt:lpstr>关于Diffusion</vt:lpstr>
      <vt:lpstr>关于CLIP/Multimodal</vt:lpstr>
      <vt:lpstr>Agent/Toolkits</vt:lpstr>
      <vt:lpstr>有关3D&amp;Graphics</vt:lpstr>
      <vt:lpstr>My Attempts</vt:lpstr>
      <vt:lpstr>Agent/Toolkits</vt:lpstr>
      <vt:lpstr>谢谢大家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Zero-to-Hero 成为科研高手</dc:title>
  <dc:creator>宁 高</dc:creator>
  <cp:lastModifiedBy>那浦诚</cp:lastModifiedBy>
  <cp:revision>19</cp:revision>
  <dcterms:created xsi:type="dcterms:W3CDTF">2026-04-12T17:09:00Z</dcterms:created>
  <dcterms:modified xsi:type="dcterms:W3CDTF">2026-04-22T12:00:52Z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42EB1579D3C142CBA07FACDF531997DF_12</vt:lpwstr>
  </property>
</Properties>
</file>